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40BFBF8-5289-4711-B206-0FF2ECABC650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CAAFCE-D3E3-44F7-9824-F8D00A3F481D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0B114-9367-4176-9E6C-2DBAE76017FE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C8DC93-7219-4840-A572-1ACBB2B404D6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4E505908-F0E8-4DD7-9D2C-8821466E257E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0758142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FF303-F0AE-45E1-9096-63366692A4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4598DA-89E9-45EB-B643-8DBF8DF9ADD5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60ACD67-D88E-4CEA-B17C-38A57F133104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500BC-547A-428C-835D-2C6D7AF3E53B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F256D-DE7E-4F9D-9B68-56C56118F26E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42549-8E5C-403C-8ACB-DA612777BC7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7E72C543-036D-4167-8A16-759FEE72C8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60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Noto Sans Devanagari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535B1-9B79-4B58-8131-C39C2DB3CA4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AFC173D-91F7-4929-AB4F-BF48E8D43DDA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A38CEC-80F0-4955-B670-3F0F87DD2BE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28C7D-3799-40CC-AE9C-6275E596405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E388E-6170-4D8A-A2C2-A6477BD6028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AC098BF-F568-4898-85A9-F373EDBF1121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85083B-6D49-41EB-BDA2-10CDC69513E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B3868-A63A-422D-AEDE-19537856ABF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C546D-2DAD-44B3-A2B2-AC291A1D28C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75856C1-C518-44A8-8038-FF8736AE9A1A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88660-5B82-4F04-B9E4-1598C543329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1D831F-0761-433A-8B5F-4D62992F4E7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08A5B-C862-4AF3-B766-762E8E038F0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AA1FFAC-9EF4-4D78-983D-016F08BFFB3C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BBBC9-70CA-42CD-B39B-E824B525FD4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EE987-93B9-4158-8F96-350EFC298AE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C0614-ABFF-4DEA-A774-1868E78AD2B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D8DF69B-523D-41EA-BB52-4045AD5F58D2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1FF80-5877-412B-A1B2-FA05392F766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C861A-478B-417B-BA02-B9B393F08ED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BB8F7-42FD-4DA4-A98F-CE80E5AC46E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F6F0A3E-FE8A-4930-AB77-6C9E99FDC71A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80D17D-6F3E-470A-B2FE-A0A745A0196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3CB68-5C3F-409D-82E8-47B4571A7E2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C9E4A-7EE4-4753-9DB9-655DAB18831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BBB3D3C-64B3-4D1E-80E4-14F1E4029BA9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885E23-E643-4FB7-93E1-47F88901965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5412D-DC86-43EB-B2F6-6F04DE1C71E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2D47D-1243-4447-BFF6-FDD98D381E2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79461A2-32F5-483A-BDB6-B55931F36EE7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D11C6A-0D8D-4F07-8AC9-0424135B83A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2C546-CCF3-450E-87E7-182E87680B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3585D-8656-4053-A5A1-CE538511ECB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86471C9-2202-48FD-BD22-15807986BE9A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633437-4922-4DD3-B3AA-6FCF55C6C7A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E17DF-4F6F-4139-8B53-58D835659DF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B9CB5-1E73-4D4C-8858-E4A62C00B3B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D8EB402-9DA3-43D1-9970-D84F213D4BF9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C32DD-7D22-470A-8878-D572A39305D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AFC35-0F8B-4271-965A-2C99BBE8147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C2D25-FCE9-4ACE-A972-1C7C5B2A5B9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D8DB76B-349F-48F6-96F8-027230B18CE9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E8061C-1400-4FBC-8DED-257266500A2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E01C4-25EE-491D-987E-A640A4C4BE8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D3BC0-3CD1-4778-8E22-CDF785FE510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70966C9-0B72-4110-901B-B64BC1C3880D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770162-CC54-4571-A61B-E0621732CB0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8813C-9DD9-45F1-9F0A-23A60AD2F26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B133C-FD63-435F-ACE9-992A2D07A31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6FF7C83-A9B5-47D1-A008-6B80FC8E02ED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5386B4-9C44-4737-B233-D6C7570F5CE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0D90B-411B-4092-A7E1-870ADE72A7D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7DB83-824D-4C82-9E35-A004BA86D7A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3A36E9C-AB69-4996-9E57-4E9C6DA174F2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048AF-F2CB-4F6A-9C7E-6B8D71EDF25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63F9D8-ED09-4B48-B49E-D4B0CEF577E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1A51C-589E-4A52-BB29-B2C1CB2363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A039BC8-CFB2-4D14-8E32-FF37941B7F50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FF4A1-49C1-4DCA-8AC2-411289C8522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D7A97-B726-4FD5-BD8C-70D8FF5D57A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0DCF1-A266-46EA-858A-8E2BD808DCB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FE3E90D-0125-4991-A85C-E9A8F41DC289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497DB-9B30-4FC1-B890-83092B4207F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F366E-F431-49B1-BDDF-0C53C6BE7F4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E630B-4F10-46C2-AB70-0F20ECDDB8D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C3E653D-F28B-4AE7-8C5A-8850C35DC33B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D0D55-5E1D-4C13-AF01-83BABDA7314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F241F-036C-4AD1-922A-B37893E63AB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694E9-3319-4636-9B79-36EF842AE7F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858F847-C4DD-4445-9142-23CED6A16CEC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4E10C3-E40B-435E-8D2C-D2D9A3650AC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BCB44-207A-4238-A688-4A1786C1458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4D7B6-1278-4A85-92F7-EAE02DAEA17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B4708F7-48DD-4289-9996-66B419DA9D96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BF405-E656-4A9D-A514-A34ACC02AAB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BBC94-56D7-4712-9B9E-785DD967BD5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4FC55-B0C8-4A92-A34C-1CFE4627D59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E4D975D-B3E8-4FC7-975B-5CDC77C77BE8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C41DB-2B77-4804-B605-FEB55CFDB69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6F366-51B4-4995-AE35-881B1017584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886D-F672-4FD9-B9E9-4218BBB44AE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8906583-D617-4043-B653-E0D14304A35D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CDB974-5C7C-42E1-9878-4AD48C1AA61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7011BE-4238-4A8F-B180-0188BE68A55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84FBC-B104-44C6-B531-00B9E030F43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19100AC-F8FD-4EFB-9242-86B0C80F2B60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549B3-ABD7-4C5F-B3AC-2C3D4CE622F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00C6F-8303-420F-86F5-934A605F83D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505A4-1540-45D2-92A5-A5F058D9BB6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8AE6FA3-D5BC-4C8C-BFB2-558F2CD2BCA7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76501-E0E5-49B2-BA35-B9CB024B94A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F5540-72B4-473E-A7F9-23DFC659B1C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B3547-6BB0-46C4-90AB-927B616765C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FAA4170-1FC8-4B28-8741-24BFC7E3208F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340038-61B6-4016-AFE4-D926F92F4D8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52EA2-A7C5-49B9-8D73-B8F1E1A0E52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E45F1-E13D-4779-A35D-6978647C2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7E94C-DCF5-475B-9E92-D46DB6FB5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10007-BBC3-42A3-8A5B-80392E10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33D93-5E82-4B64-A559-1AEF37356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315B8-5A7E-4221-8F22-5C9EDB48C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3F2E095-E7AD-4EA1-B095-CBE225D440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8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16D48-3FB7-442D-8177-019D55501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43143-F61A-41B3-81BC-C29F87A02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82CFB-1A26-4690-BEF2-E4B1563CE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A3B09-50C5-45F1-B27D-B945C6329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728BD-8FE9-4FBD-9298-6727B980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E692CF9-A8B5-42C3-B3BF-4D7D15467A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76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D59ED-A8C3-4B5E-8E6A-062B7D342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655A9-C0D3-4CA2-AF1E-B7EB014AD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ED381-A018-43B0-886A-642840B15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28809-05CE-4EE2-9F96-00A4AC50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61B91-FA33-4FA2-B317-596DD963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83BC7D6-3535-4584-B702-67DE156A93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829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9C228-4705-4C2F-94E8-A476E103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10700-2D02-408E-8A45-51845A73A6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EC1D5-BDC4-4679-9C47-1874BFDCC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D66F5-271F-420A-8E01-877FF62C1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65D98-8EFA-41D4-8579-406BD0831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E5950-7743-46A0-A594-431B81DD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7BD6FDA-3D38-4CD4-8603-F78FFF70B24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57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B9BFA-5A5B-40D1-BEFE-D9CEEAAEC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A9694-39F2-49B0-8E6B-04FBD03D1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E99D7-0E9A-4B8F-A3E1-F67B6B00E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81C95C-A361-489B-A94D-6FA48B16F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C75AE9-7F7B-4EE6-876C-0972E038C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C5F918-503A-4CD9-90C1-CE7CF7A2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6566EC-16BE-4CD9-BF63-152C9004F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7D6F1-81FE-4263-8C10-AE529E2AA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7848A50-C6D5-4BAA-A3AB-F4D77609E49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66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CAAB-9E89-46D8-A1BA-91AEA3A32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41E8ED-5715-4CD3-B79D-35C31E179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00BAA-3141-42DA-969C-5FE8D62D5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0D9889-3489-45AC-85C4-9B9E358E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62E3404-F637-44C4-949E-A4F37FCC86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603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03AA8-47D7-442B-BA3D-143E95EFE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FF1E69-61EB-4D2D-AC1A-FFB44E96A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5B6E6-DFC4-4904-8D42-DB248A50C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74500BB-E4F2-4467-B5CA-45ED2BF9C9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9754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6D76-2A88-40B7-B0AC-232F39098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BE063-C312-4272-9E42-AD014F34B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D3629F-FE2A-46C8-AC70-2D4B7CDD1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51F0B-6BCF-4FBB-8D4F-790FB934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92E4C3-8C70-4991-AF1A-8FAFCD55A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AAB5F-C398-449C-9BDE-37224DAD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B43DBE6-4683-4BA0-91B2-6A53E63DC40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83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A00C6-5FCE-4B11-B662-AC630A1D1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54887-A4C4-47F4-85AD-A47E63FB5A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9D45A-D1F8-4899-A9F9-3EF531FC6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56303-AED2-4CC4-B6FF-F7620523C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CEE30-DB24-439A-9CE7-6243D2F27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5F15-A6AE-4649-9BE2-0E22CE6D6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2798967-4AE7-4C4B-BF5B-98EED8E22B1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714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04FB-034E-45D9-ABC3-9D59BB592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AA77B-D5E8-4243-BDD9-940F82FC6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F3BA4-1396-45B8-8847-CCD8A692A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D27A3-FFBA-48D3-9DD0-EEF49BC04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C0EDF-CFC5-4708-A66A-533BCF2C0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1E4ED3-5B51-4AB5-AAE6-D35868D17A8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52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6112E8-DE56-4099-8642-FDB71B87CE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395D8D-3B59-454D-BBAF-2C5DCA79B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B4DD7-6C60-4DAD-90CC-A96AD8284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7F4FB-F9A1-421E-9E37-C2DEB0ECF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CACCE-9D1C-49C4-95C2-329706B8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EAE6E4C-F2C8-41B4-9008-1B60CC4BD7C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895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8489C9-BB63-43FF-9D34-21847047A4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8BFA1-1C6B-4213-9493-734725A12B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E6F3A-659E-4A6D-AB06-00A09AA7AF6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64A4C-749C-4795-B496-D3A78AA04B2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E9025-B343-4680-AF05-C5002ACA072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D970C1E6-DFF0-490A-91A4-9959DDFC45F2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oto Sans Devanagari" pitchFamily="2"/>
        </a:defRPr>
      </a:lvl1pPr>
    </p:titleStyle>
    <p:bodyStyle>
      <a:lvl1pPr marL="0" marR="0" indent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oto Sans Devanagari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15.png"/><Relationship Id="rId1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8.png"/><Relationship Id="rId10" Type="http://schemas.openxmlformats.org/officeDocument/2006/relationships/image" Target="../media/image54.png"/><Relationship Id="rId4" Type="http://schemas.openxmlformats.org/officeDocument/2006/relationships/image" Target="../media/image49.png"/><Relationship Id="rId9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1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33.png"/><Relationship Id="rId18" Type="http://schemas.openxmlformats.org/officeDocument/2006/relationships/image" Target="../media/image129.png"/><Relationship Id="rId3" Type="http://schemas.openxmlformats.org/officeDocument/2006/relationships/image" Target="../media/image1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17" Type="http://schemas.openxmlformats.org/officeDocument/2006/relationships/image" Target="../media/image128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5" Type="http://schemas.openxmlformats.org/officeDocument/2006/relationships/image" Target="../media/image117.png"/><Relationship Id="rId15" Type="http://schemas.openxmlformats.org/officeDocument/2006/relationships/image" Target="../media/image126.png"/><Relationship Id="rId10" Type="http://schemas.openxmlformats.org/officeDocument/2006/relationships/image" Target="../media/image122.png"/><Relationship Id="rId19" Type="http://schemas.openxmlformats.org/officeDocument/2006/relationships/image" Target="../media/image130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Relationship Id="rId14" Type="http://schemas.openxmlformats.org/officeDocument/2006/relationships/image" Target="../media/image1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EA004-B774-4B57-9958-4C3952B9E4C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319680"/>
            <a:ext cx="9071640" cy="1119240"/>
          </a:xfrm>
        </p:spPr>
        <p:txBody>
          <a:bodyPr vert="horz">
            <a:spAutoFit/>
          </a:bodyPr>
          <a:lstStyle/>
          <a:p>
            <a:pPr lvl="0" rtl="0"/>
            <a:r>
              <a:rPr lang="en-US">
                <a:latin typeface="Berenis ADF Pro" pitchFamily="18"/>
              </a:rPr>
              <a:t>Univerzitet u Beogradu</a:t>
            </a:r>
            <a:br>
              <a:rPr lang="en-US">
                <a:latin typeface="Berenis ADF Pro" pitchFamily="18"/>
              </a:rPr>
            </a:br>
            <a:r>
              <a:rPr lang="en-US">
                <a:latin typeface="Berenis ADF Pro" pitchFamily="18"/>
              </a:rPr>
              <a:t>Elektrotehnički fakultet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A3E41E-484B-49D4-AE02-83E2660ECDD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93560" y="2894759"/>
            <a:ext cx="9071640" cy="3288239"/>
          </a:xfrm>
        </p:spPr>
        <p:txBody>
          <a:bodyPr vert="horz" anchor="ctr">
            <a:spAutoFit/>
          </a:bodyPr>
          <a:lstStyle/>
          <a:p>
            <a:pPr lvl="0" algn="ctr" rtl="0"/>
            <a:r>
              <a:rPr lang="en-US">
                <a:latin typeface="Berenis ADF Pro" pitchFamily="18"/>
              </a:rPr>
              <a:t>Višebitni delta sigma modulator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F1C73B-352E-47C7-B521-0A7B578D82C6}"/>
              </a:ext>
            </a:extLst>
          </p:cNvPr>
          <p:cNvSpPr txBox="1"/>
          <p:nvPr/>
        </p:nvSpPr>
        <p:spPr>
          <a:xfrm>
            <a:off x="3393000" y="4716720"/>
            <a:ext cx="2743199" cy="7804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Odbrana diplomskog rada</a:t>
            </a:r>
          </a:p>
        </p:txBody>
      </p:sp>
      <p:pic>
        <p:nvPicPr>
          <p:cNvPr id="5" name="">
            <a:extLst>
              <a:ext uri="{FF2B5EF4-FFF2-40B4-BE49-F238E27FC236}">
                <a16:creationId xmlns:a16="http://schemas.microsoft.com/office/drawing/2014/main" id="{1BD4EACC-4CAB-4A0C-8E98-2513E9B27EF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86200" y="1623600"/>
            <a:ext cx="2008080" cy="244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62CB2F9F-6254-4BF8-A053-EAF1E9D485C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43199" y="2009520"/>
            <a:ext cx="4800240" cy="220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9BF03A04-F5FB-4B4C-B345-96A87D1ADC9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019599" y="4333679"/>
            <a:ext cx="6667200" cy="40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2038701F-1FA4-44E5-86E3-4E8D5750236F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2019599" y="4333679"/>
            <a:ext cx="914400" cy="228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C6FB69B9-2D5D-4FE6-A897-76174AADADF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448600" y="4514759"/>
            <a:ext cx="3200400" cy="228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E61427F0-2486-4ABB-B449-B2FA521A9BA1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2021399" y="1436400"/>
            <a:ext cx="6629040" cy="42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6B526BDB-FD8C-4465-8130-3B1C6462C5D6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7122599" y="1636560"/>
            <a:ext cx="1475999" cy="228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">
            <a:extLst>
              <a:ext uri="{FF2B5EF4-FFF2-40B4-BE49-F238E27FC236}">
                <a16:creationId xmlns:a16="http://schemas.microsoft.com/office/drawing/2014/main" id="{EB8D7835-84FD-4FDC-894E-6730E6A1B6FB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CA0C19-0D94-4036-9999-2D8925206D36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1.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904495-D75E-42BB-9302-29552EFA13D3}"/>
              </a:ext>
            </a:extLst>
          </p:cNvPr>
          <p:cNvSpPr txBox="1"/>
          <p:nvPr/>
        </p:nvSpPr>
        <p:spPr>
          <a:xfrm>
            <a:off x="4343400" y="372960"/>
            <a:ext cx="1828080" cy="1227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Signali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D05448A3-BA50-4404-82A5-6186A90EDB1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5E3971B4-452D-4DB8-926E-AAD0A8776A3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623600" y="1202400"/>
            <a:ext cx="3429000" cy="1262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43F1ED21-32FB-4CD7-8D25-3E2C3E3846B0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480600" y="2650680"/>
            <a:ext cx="2514600" cy="1066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8F5BE46B-0AFC-42A5-B8FF-C9C660109586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3271679" y="2686680"/>
            <a:ext cx="2466720" cy="101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C5166823-C2D9-4711-9BD4-642B7B400490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 l="6247" t="1804" r="8"/>
          <a:stretch>
            <a:fillRect/>
          </a:stretch>
        </p:blipFill>
        <p:spPr>
          <a:xfrm>
            <a:off x="6172200" y="2583000"/>
            <a:ext cx="2971800" cy="26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D2DE531D-FBE7-4FCB-B495-511839405C5D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6149879" y="1207799"/>
            <a:ext cx="2765520" cy="11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">
            <a:extLst>
              <a:ext uri="{FF2B5EF4-FFF2-40B4-BE49-F238E27FC236}">
                <a16:creationId xmlns:a16="http://schemas.microsoft.com/office/drawing/2014/main" id="{554417FE-140B-4526-A33E-E0B47E3F4CF5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1522440" y="4174200"/>
            <a:ext cx="3038040" cy="66636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7142BA-E2D2-42C7-9520-59C65D743E64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2.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61A9A5-80C3-4D22-80BA-7BBA6BC85F5B}"/>
              </a:ext>
            </a:extLst>
          </p:cNvPr>
          <p:cNvSpPr txBox="1"/>
          <p:nvPr/>
        </p:nvSpPr>
        <p:spPr>
          <a:xfrm>
            <a:off x="2286000" y="344160"/>
            <a:ext cx="5715000" cy="212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Odabiranje I kvantizacija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7CD176E2-9720-4F22-ABE8-D4764B96A27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B97A5EA8-A9F0-4B9B-8E2A-252D467DB8C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936800" y="2577599"/>
            <a:ext cx="1371599" cy="58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5CE471DD-3209-42C7-A946-BFED76ABE4F2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 l="2835"/>
          <a:stretch>
            <a:fillRect/>
          </a:stretch>
        </p:blipFill>
        <p:spPr>
          <a:xfrm>
            <a:off x="914400" y="1410120"/>
            <a:ext cx="3657600" cy="110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6609F9F5-0444-490B-8936-1DDD78AE7442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1034999" y="4829040"/>
            <a:ext cx="1209239" cy="59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84D523CF-8662-4B6D-AA08-93E34321BB5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5486759" y="1953000"/>
            <a:ext cx="4114440" cy="90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416F59EE-5489-4E6D-88C2-B9101E6F4944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5486759" y="3429000"/>
            <a:ext cx="4082400" cy="137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">
            <a:extLst>
              <a:ext uri="{FF2B5EF4-FFF2-40B4-BE49-F238E27FC236}">
                <a16:creationId xmlns:a16="http://schemas.microsoft.com/office/drawing/2014/main" id="{6BB96F41-7C06-4535-B60E-7C618644892C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1107000" y="3200400"/>
            <a:ext cx="32004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">
            <a:extLst>
              <a:ext uri="{FF2B5EF4-FFF2-40B4-BE49-F238E27FC236}">
                <a16:creationId xmlns:a16="http://schemas.microsoft.com/office/drawing/2014/main" id="{A16619FF-1980-47CF-BB8C-D3FD3F948166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/>
            <a:alphaModFix/>
          </a:blip>
          <a:srcRect/>
          <a:stretch>
            <a:fillRect/>
          </a:stretch>
        </p:blipFill>
        <p:spPr>
          <a:xfrm>
            <a:off x="1050839" y="3923280"/>
            <a:ext cx="2625480" cy="877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">
            <a:extLst>
              <a:ext uri="{FF2B5EF4-FFF2-40B4-BE49-F238E27FC236}">
                <a16:creationId xmlns:a16="http://schemas.microsoft.com/office/drawing/2014/main" id="{F5CCB160-7139-44DD-9511-E464D0F41D44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/>
            <a:alphaModFix/>
          </a:blip>
          <a:srcRect/>
          <a:stretch>
            <a:fillRect/>
          </a:stretch>
        </p:blipFill>
        <p:spPr>
          <a:xfrm>
            <a:off x="2413800" y="4863600"/>
            <a:ext cx="185759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">
            <a:extLst>
              <a:ext uri="{FF2B5EF4-FFF2-40B4-BE49-F238E27FC236}">
                <a16:creationId xmlns:a16="http://schemas.microsoft.com/office/drawing/2014/main" id="{C82E88C9-41EC-4D6C-8729-EEA6CCCBDACB}"/>
              </a:ext>
            </a:extLst>
          </p:cNvPr>
          <p:cNvPicPr>
            <a:picLocks noChangeAspect="1"/>
          </p:cNvPicPr>
          <p:nvPr/>
        </p:nvPicPr>
        <p:blipFill>
          <a:blip r:embed="rId12">
            <a:lum/>
            <a:alphaModFix/>
          </a:blip>
          <a:srcRect/>
          <a:stretch>
            <a:fillRect/>
          </a:stretch>
        </p:blipFill>
        <p:spPr>
          <a:xfrm>
            <a:off x="4211279" y="4863600"/>
            <a:ext cx="517319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">
            <a:extLst>
              <a:ext uri="{FF2B5EF4-FFF2-40B4-BE49-F238E27FC236}">
                <a16:creationId xmlns:a16="http://schemas.microsoft.com/office/drawing/2014/main" id="{08B2AEA7-E252-41C7-883C-F68CCB099036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6106319" y="2971800"/>
            <a:ext cx="3266640" cy="33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">
            <a:extLst>
              <a:ext uri="{FF2B5EF4-FFF2-40B4-BE49-F238E27FC236}">
                <a16:creationId xmlns:a16="http://schemas.microsoft.com/office/drawing/2014/main" id="{282B0432-1046-43C3-A751-619B8CEEE6CE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/>
            <a:alphaModFix/>
          </a:blip>
          <a:srcRect/>
          <a:stretch>
            <a:fillRect/>
          </a:stretch>
        </p:blipFill>
        <p:spPr>
          <a:xfrm>
            <a:off x="5943960" y="4874759"/>
            <a:ext cx="3429000" cy="38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">
            <a:extLst>
              <a:ext uri="{FF2B5EF4-FFF2-40B4-BE49-F238E27FC236}">
                <a16:creationId xmlns:a16="http://schemas.microsoft.com/office/drawing/2014/main" id="{3EA6F5EE-3496-45B4-B7A3-9DE37ED31675}"/>
              </a:ext>
            </a:extLst>
          </p:cNvPr>
          <p:cNvPicPr>
            <a:picLocks noChangeAspect="1"/>
          </p:cNvPicPr>
          <p:nvPr/>
        </p:nvPicPr>
        <p:blipFill>
          <a:blip r:embed="rId15">
            <a:lum/>
            <a:alphaModFix/>
          </a:blip>
          <a:srcRect/>
          <a:stretch>
            <a:fillRect/>
          </a:stretch>
        </p:blipFill>
        <p:spPr>
          <a:xfrm>
            <a:off x="6734879" y="3572280"/>
            <a:ext cx="1495079" cy="54252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51F1279-DF21-4BFD-BAE5-D997E4E30AA7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3.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176DF0-E705-4A52-85B2-3ED884A572FC}"/>
              </a:ext>
            </a:extLst>
          </p:cNvPr>
          <p:cNvSpPr txBox="1"/>
          <p:nvPr/>
        </p:nvSpPr>
        <p:spPr>
          <a:xfrm>
            <a:off x="2971800" y="344520"/>
            <a:ext cx="5715000" cy="212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Greska kvantizacije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F23C93C3-7E3B-4DC3-9B6B-BDF7D26174D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B52DC181-0C57-40BF-B396-647EF323720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961919" y="1371599"/>
            <a:ext cx="3041640" cy="6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B6774E78-2457-49CD-96C2-96D00CCACF98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6507360" y="2854800"/>
            <a:ext cx="2655360" cy="6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F9371471-1F93-4782-A436-3C2FD6E8081E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6507360" y="3698280"/>
            <a:ext cx="2865240" cy="6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919478AB-8D2E-4E10-B5A5-E7B4069E7C95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961919" y="2161800"/>
            <a:ext cx="2486160" cy="388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BB5072E0-CC1B-4491-B25D-66289CA41A6E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952560" y="2746079"/>
            <a:ext cx="5021279" cy="605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">
            <a:extLst>
              <a:ext uri="{FF2B5EF4-FFF2-40B4-BE49-F238E27FC236}">
                <a16:creationId xmlns:a16="http://schemas.microsoft.com/office/drawing/2014/main" id="{E9FCD0F6-4B7B-48CB-91A3-B3D3E20650D3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 l="5547" r="83333"/>
          <a:stretch>
            <a:fillRect/>
          </a:stretch>
        </p:blipFill>
        <p:spPr>
          <a:xfrm>
            <a:off x="4252320" y="1772639"/>
            <a:ext cx="410760" cy="77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">
            <a:extLst>
              <a:ext uri="{FF2B5EF4-FFF2-40B4-BE49-F238E27FC236}">
                <a16:creationId xmlns:a16="http://schemas.microsoft.com/office/drawing/2014/main" id="{DF8C5920-064C-4883-83BC-C678D9465DF8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 l="88871"/>
          <a:stretch>
            <a:fillRect/>
          </a:stretch>
        </p:blipFill>
        <p:spPr>
          <a:xfrm>
            <a:off x="4457880" y="1772639"/>
            <a:ext cx="411480" cy="77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">
            <a:extLst>
              <a:ext uri="{FF2B5EF4-FFF2-40B4-BE49-F238E27FC236}">
                <a16:creationId xmlns:a16="http://schemas.microsoft.com/office/drawing/2014/main" id="{D5FE06CF-8183-46C0-98F3-434A852D6EE5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/>
            <a:alphaModFix/>
          </a:blip>
          <a:srcRect l="10240" t="-2662"/>
          <a:stretch>
            <a:fillRect/>
          </a:stretch>
        </p:blipFill>
        <p:spPr>
          <a:xfrm>
            <a:off x="4500720" y="3427559"/>
            <a:ext cx="1387799" cy="920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">
            <a:extLst>
              <a:ext uri="{FF2B5EF4-FFF2-40B4-BE49-F238E27FC236}">
                <a16:creationId xmlns:a16="http://schemas.microsoft.com/office/drawing/2014/main" id="{886A674C-917E-4913-B25F-141CAEC57018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/>
            <a:alphaModFix/>
          </a:blip>
          <a:srcRect/>
          <a:stretch>
            <a:fillRect/>
          </a:stretch>
        </p:blipFill>
        <p:spPr>
          <a:xfrm>
            <a:off x="2873520" y="3562200"/>
            <a:ext cx="1575360" cy="58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">
            <a:extLst>
              <a:ext uri="{FF2B5EF4-FFF2-40B4-BE49-F238E27FC236}">
                <a16:creationId xmlns:a16="http://schemas.microsoft.com/office/drawing/2014/main" id="{2FFF3B60-CAE5-4E82-972F-C644E6AA0486}"/>
              </a:ext>
            </a:extLst>
          </p:cNvPr>
          <p:cNvPicPr>
            <a:picLocks noChangeAspect="1"/>
          </p:cNvPicPr>
          <p:nvPr/>
        </p:nvPicPr>
        <p:blipFill>
          <a:blip r:embed="rId12">
            <a:lum/>
            <a:alphaModFix/>
          </a:blip>
          <a:srcRect/>
          <a:stretch>
            <a:fillRect/>
          </a:stretch>
        </p:blipFill>
        <p:spPr>
          <a:xfrm>
            <a:off x="952560" y="3612960"/>
            <a:ext cx="1850760" cy="538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">
            <a:extLst>
              <a:ext uri="{FF2B5EF4-FFF2-40B4-BE49-F238E27FC236}">
                <a16:creationId xmlns:a16="http://schemas.microsoft.com/office/drawing/2014/main" id="{B4F3D9C6-D4BF-4C18-B4BA-DADB1207AEB4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952560" y="4513320"/>
            <a:ext cx="4618440" cy="74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">
            <a:extLst>
              <a:ext uri="{FF2B5EF4-FFF2-40B4-BE49-F238E27FC236}">
                <a16:creationId xmlns:a16="http://schemas.microsoft.com/office/drawing/2014/main" id="{6F26D999-F677-460B-9D62-90B809D8ABFD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/>
            <a:alphaModFix/>
          </a:blip>
          <a:srcRect/>
          <a:stretch>
            <a:fillRect/>
          </a:stretch>
        </p:blipFill>
        <p:spPr>
          <a:xfrm>
            <a:off x="6507360" y="1544400"/>
            <a:ext cx="2832840" cy="92772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598425C-8278-4455-AEAA-5EC3F4CE0F42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4.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CFFE2F-5F9D-46F2-890A-B2F4A542D082}"/>
              </a:ext>
            </a:extLst>
          </p:cNvPr>
          <p:cNvSpPr txBox="1"/>
          <p:nvPr/>
        </p:nvSpPr>
        <p:spPr>
          <a:xfrm>
            <a:off x="2972160" y="344880"/>
            <a:ext cx="5715000" cy="212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Odnos signal-sum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7809534B-863E-44CB-930B-751D468B628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61E12F0B-31F8-4E6D-ABD1-6ECEA45F397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85799" y="1371599"/>
            <a:ext cx="4449600" cy="30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39FE7CCB-92FC-4B79-95CF-3F054DBCEA8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721800" y="4743720"/>
            <a:ext cx="3914280" cy="742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25F73AD8-8124-4A44-BC04-2095368360EE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5486399" y="1371599"/>
            <a:ext cx="4343400" cy="2775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B5367D05-EE9A-404F-8AF7-85BC7DB763A5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6363000" y="4277160"/>
            <a:ext cx="1409399" cy="752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0CD6B0DA-0530-4E9E-AE8C-A10392598CC3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7928999" y="4343400"/>
            <a:ext cx="1361880" cy="59976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882C3B-289E-4E57-8911-EDA11D561A54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5.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A0E2B3-9027-4BD4-B8DB-78DD33474A0B}"/>
              </a:ext>
            </a:extLst>
          </p:cNvPr>
          <p:cNvSpPr txBox="1"/>
          <p:nvPr/>
        </p:nvSpPr>
        <p:spPr>
          <a:xfrm>
            <a:off x="3657600" y="345240"/>
            <a:ext cx="5715000" cy="212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Pododabiranje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2BF1A304-4D23-4192-BC85-AF1199E3295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E2F0B392-EDF5-4F3E-977A-CE6C9600A1D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914400" y="1930319"/>
            <a:ext cx="3657600" cy="172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F7D07FE3-90ED-45A6-8B2A-FA56A017AB03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029200" y="1912319"/>
            <a:ext cx="4482360" cy="174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DE2E1A49-E67D-4F98-A2D5-05BDB94DCE81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4410360" y="4315320"/>
            <a:ext cx="1533240" cy="7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B651A3-C1A4-4C7E-9B99-BF11607C7680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6.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525EA8-1B0E-457D-84C4-3411552CB373}"/>
              </a:ext>
            </a:extLst>
          </p:cNvPr>
          <p:cNvSpPr txBox="1"/>
          <p:nvPr/>
        </p:nvSpPr>
        <p:spPr>
          <a:xfrm>
            <a:off x="2514600" y="345240"/>
            <a:ext cx="5715000" cy="212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Nadodabirajuci modulatori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794F2278-4965-4A41-A275-1C23DBD4918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6FCD3A88-B4D1-4154-A2EE-0AEC437C798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85799" y="1182960"/>
            <a:ext cx="41184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19FE2687-6401-4431-AFCE-D4A663B69B17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457559" y="3200400"/>
            <a:ext cx="1987560" cy="70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FCEC8641-0720-4499-A9FD-ED201218343A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2635919" y="3340800"/>
            <a:ext cx="2393280" cy="438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C5C5C5D1-7A2B-49C9-8EF5-A99C09027265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552600" y="4182479"/>
            <a:ext cx="4476240" cy="990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7FEA6398-F754-4CC0-9CF8-E7B4332658AD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5348160" y="1166400"/>
            <a:ext cx="4024440" cy="1711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">
            <a:extLst>
              <a:ext uri="{FF2B5EF4-FFF2-40B4-BE49-F238E27FC236}">
                <a16:creationId xmlns:a16="http://schemas.microsoft.com/office/drawing/2014/main" id="{80C1B94C-979C-40EF-953F-5F1B83AC6EE6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5762880" y="3344040"/>
            <a:ext cx="3152520" cy="90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">
            <a:extLst>
              <a:ext uri="{FF2B5EF4-FFF2-40B4-BE49-F238E27FC236}">
                <a16:creationId xmlns:a16="http://schemas.microsoft.com/office/drawing/2014/main" id="{081F5347-7186-4E47-AF6F-9B8274841D72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/>
            <a:alphaModFix/>
          </a:blip>
          <a:srcRect/>
          <a:stretch>
            <a:fillRect/>
          </a:stretch>
        </p:blipFill>
        <p:spPr>
          <a:xfrm>
            <a:off x="6010560" y="4487040"/>
            <a:ext cx="2676240" cy="409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44B770-E372-459E-B4B1-A6EBD103D7FF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7.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51D138-7EE5-41AD-8172-0E78662FB717}"/>
              </a:ext>
            </a:extLst>
          </p:cNvPr>
          <p:cNvSpPr txBox="1"/>
          <p:nvPr/>
        </p:nvSpPr>
        <p:spPr>
          <a:xfrm>
            <a:off x="1600200" y="345240"/>
            <a:ext cx="7544520" cy="212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Analiza Delta-Sigma modulatora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AA53864B-047A-4414-B005-72DDE045F95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9DB23728-3FBA-498F-9096-DF31005FE47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38640" y="1931759"/>
            <a:ext cx="1685519" cy="980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1A1303FC-E727-4DB3-8B92-90BBBB8C395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638640" y="1371599"/>
            <a:ext cx="2676240" cy="40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A9E6A17D-60CD-428A-A0F7-086D61F55F7F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5533200" y="1275480"/>
            <a:ext cx="3758040" cy="2123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6DD53F5A-C48D-4272-A2C9-502DDC25049A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6109200" y="3227040"/>
            <a:ext cx="3200400" cy="473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3F4CEC33-074A-4E28-B496-A288A6774B24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 t="9585" b="-160"/>
          <a:stretch>
            <a:fillRect/>
          </a:stretch>
        </p:blipFill>
        <p:spPr>
          <a:xfrm>
            <a:off x="336600" y="3814200"/>
            <a:ext cx="4676400" cy="1384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">
            <a:extLst>
              <a:ext uri="{FF2B5EF4-FFF2-40B4-BE49-F238E27FC236}">
                <a16:creationId xmlns:a16="http://schemas.microsoft.com/office/drawing/2014/main" id="{B4F69ABB-3A90-4424-B094-FCF50AE69366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6154200" y="3946320"/>
            <a:ext cx="2704680" cy="809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">
            <a:extLst>
              <a:ext uri="{FF2B5EF4-FFF2-40B4-BE49-F238E27FC236}">
                <a16:creationId xmlns:a16="http://schemas.microsoft.com/office/drawing/2014/main" id="{503D26C6-31E8-4D5D-A550-1BE7BA9E5BAB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/>
            <a:alphaModFix/>
          </a:blip>
          <a:srcRect/>
          <a:stretch>
            <a:fillRect/>
          </a:stretch>
        </p:blipFill>
        <p:spPr>
          <a:xfrm>
            <a:off x="6151679" y="4876200"/>
            <a:ext cx="1047239" cy="313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">
            <a:extLst>
              <a:ext uri="{FF2B5EF4-FFF2-40B4-BE49-F238E27FC236}">
                <a16:creationId xmlns:a16="http://schemas.microsoft.com/office/drawing/2014/main" id="{03EF1335-05C4-4886-A8FC-7C2766EC31F2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/>
            <a:alphaModFix/>
          </a:blip>
          <a:srcRect/>
          <a:stretch>
            <a:fillRect/>
          </a:stretch>
        </p:blipFill>
        <p:spPr>
          <a:xfrm>
            <a:off x="7294679" y="4876200"/>
            <a:ext cx="1714319" cy="33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DC9A34-FBD2-4EE1-BD56-A4825E2213F3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8.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063A02-B8F3-4E81-84DC-B391C27C41CF}"/>
              </a:ext>
            </a:extLst>
          </p:cNvPr>
          <p:cNvSpPr txBox="1"/>
          <p:nvPr/>
        </p:nvSpPr>
        <p:spPr>
          <a:xfrm>
            <a:off x="3576239" y="345240"/>
            <a:ext cx="5715000" cy="212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NTF I STF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FCE5B97B-CE2D-4CF6-8165-6038E5B0F5A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60BEE044-0692-411E-AF20-D09A663361E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671480" y="1972080"/>
            <a:ext cx="2900520" cy="59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235D5869-D3C4-485C-9592-498AECCF7C27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675439" y="3615839"/>
            <a:ext cx="2519280" cy="1413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78987124-CF2B-4B91-BECA-5546D278A6E6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5257800" y="1600200"/>
            <a:ext cx="2289600" cy="35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8C0762DF-EC3B-4FCC-87A4-09872C331260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5257800" y="2042639"/>
            <a:ext cx="2971800" cy="700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DA285579-4F72-400F-8F48-B91CFA3C86B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1666800" y="2733120"/>
            <a:ext cx="2046960" cy="70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">
            <a:extLst>
              <a:ext uri="{FF2B5EF4-FFF2-40B4-BE49-F238E27FC236}">
                <a16:creationId xmlns:a16="http://schemas.microsoft.com/office/drawing/2014/main" id="{11A89766-3736-4135-94D1-A9C152AC793D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1682639" y="1600200"/>
            <a:ext cx="2585520" cy="2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12C335-9506-4104-827D-592207A94A7E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9.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A84755-C946-4F18-A220-DB20DD412DB5}"/>
              </a:ext>
            </a:extLst>
          </p:cNvPr>
          <p:cNvSpPr txBox="1"/>
          <p:nvPr/>
        </p:nvSpPr>
        <p:spPr>
          <a:xfrm>
            <a:off x="2972520" y="345240"/>
            <a:ext cx="5715000" cy="212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Poboljsanje SQNR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53E73B05-56BE-4326-988C-850D4DD1BE9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965EF59A-8907-4393-A180-3615DA5A663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914400" y="1828800"/>
            <a:ext cx="4409640" cy="2209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8B89617E-F6B3-4D38-A77F-93E722D9D76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715000" y="1828800"/>
            <a:ext cx="3733560" cy="732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87E7B04D-57E4-415D-8390-A4010A0FD8DE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5706000" y="2867400"/>
            <a:ext cx="3895200" cy="7426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807C98-0519-4658-B2B9-0596996FC1C3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10.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92778D-F7CA-4644-87CD-EFE6D3F72895}"/>
              </a:ext>
            </a:extLst>
          </p:cNvPr>
          <p:cNvSpPr txBox="1"/>
          <p:nvPr/>
        </p:nvSpPr>
        <p:spPr>
          <a:xfrm>
            <a:off x="3657600" y="345240"/>
            <a:ext cx="5715000" cy="212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Filtar petlje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C1EAA989-7A8F-4511-8D7B-AD5BA4025BC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B4386E33-6C81-496B-92D5-28C8F5944BD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69560" y="1600200"/>
            <a:ext cx="485964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30FD80CF-A877-4C7B-B842-FFE03836014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257800" y="1143000"/>
            <a:ext cx="3429000" cy="2391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DB2FB232-1859-4344-B85B-9C7A976CE3E8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5486399" y="3657600"/>
            <a:ext cx="3429000" cy="184823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2CD280-D6CF-46DE-8355-DFD1DEEBD3E3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11.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1CD931-4802-4037-8FA9-BF022DBC2D4B}"/>
              </a:ext>
            </a:extLst>
          </p:cNvPr>
          <p:cNvSpPr txBox="1"/>
          <p:nvPr/>
        </p:nvSpPr>
        <p:spPr>
          <a:xfrm>
            <a:off x="2743199" y="345240"/>
            <a:ext cx="5715000" cy="212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Analiza polova I nula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F0E45F90-69B9-4D12-BC91-AB09BE1089D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8A104936-1194-47C6-A955-EB1CFB427C2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272400" y="1600200"/>
            <a:ext cx="3886200" cy="819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C9FCB96D-020D-4852-ACB1-723E8AE5009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3272400" y="2452320"/>
            <a:ext cx="3886200" cy="862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5A652CB2-260F-4C67-ABA3-977FFC98DF89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3425039" y="3506399"/>
            <a:ext cx="1447560" cy="47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48A4A714-AD4D-4243-B309-2F0C617EF93C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5101200" y="3525120"/>
            <a:ext cx="2009520" cy="4759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C984A3-8382-4166-8BCB-9B1DCC6C3D0A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12.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163A70-2C74-45E3-8B96-0436524A7F2A}"/>
              </a:ext>
            </a:extLst>
          </p:cNvPr>
          <p:cNvSpPr txBox="1"/>
          <p:nvPr/>
        </p:nvSpPr>
        <p:spPr>
          <a:xfrm>
            <a:off x="4343400" y="345240"/>
            <a:ext cx="5715000" cy="212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ABCD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54D215B1-8783-462F-B13E-17460D25DD6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AEAB8FCA-F2A8-4D70-AC65-3D68DBE9599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057680" y="1828800"/>
            <a:ext cx="4123800" cy="12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832A8898-7EB6-481A-A483-726B805F42F7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2057760" y="3267000"/>
            <a:ext cx="1828440" cy="53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BD92D1C8-DB3A-4343-BC77-044B5836DFF3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2429280" y="3933720"/>
            <a:ext cx="1228319" cy="552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7421F675-918F-400D-B9DA-28137F89DAAC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6619679" y="3400200"/>
            <a:ext cx="1456920" cy="47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3FCB4B55-07D9-4BAE-A991-48C591940CD6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6619679" y="2714400"/>
            <a:ext cx="1914119" cy="42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">
            <a:extLst>
              <a:ext uri="{FF2B5EF4-FFF2-40B4-BE49-F238E27FC236}">
                <a16:creationId xmlns:a16="http://schemas.microsoft.com/office/drawing/2014/main" id="{61F4A19F-38FC-41D6-ADC8-4550ECD94D69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5486399" y="1828800"/>
            <a:ext cx="4105080" cy="65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015D82-D10A-45EE-8FA0-F1183841B255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13.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1D4785-D46A-4B68-8D5D-46A4FDBD790C}"/>
              </a:ext>
            </a:extLst>
          </p:cNvPr>
          <p:cNvSpPr txBox="1"/>
          <p:nvPr/>
        </p:nvSpPr>
        <p:spPr>
          <a:xfrm>
            <a:off x="2972520" y="345240"/>
            <a:ext cx="5715000" cy="212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Stabilnost Delta-Sigma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5C85B68E-AE7E-4CAA-AA4D-8AF0745DC66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94884E6E-E48D-4FB2-9B86-D0FD61A29F9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181600" y="2257920"/>
            <a:ext cx="2161800" cy="1171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154243D8-DB91-4634-883C-24A0CB90B75D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2381760" y="3657600"/>
            <a:ext cx="590040" cy="1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3E317F87-9510-4C48-B199-E826C019ECD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3248280" y="3657600"/>
            <a:ext cx="637920" cy="19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8E4380B2-8DFC-4F76-BE54-CA33797E2B7C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4696200" y="1657799"/>
            <a:ext cx="4676400" cy="26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A40F23-C7EF-4B80-9971-50A2836FA997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14.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054F7-6D33-4418-9C62-B55F6F6FA142}"/>
              </a:ext>
            </a:extLst>
          </p:cNvPr>
          <p:cNvSpPr txBox="1"/>
          <p:nvPr/>
        </p:nvSpPr>
        <p:spPr>
          <a:xfrm>
            <a:off x="2971800" y="345240"/>
            <a:ext cx="5715000" cy="212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Ton u praznom hodu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03762C25-8B53-4999-B046-B154340DE12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F1103577-32CA-41A2-ABC4-B75F8F2FE21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372319" y="1403280"/>
            <a:ext cx="2429640" cy="1419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E74F01AD-1794-46CC-BBDC-31E811013FE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385640" y="2882879"/>
            <a:ext cx="1397160" cy="30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513A81E3-3CCB-4D2C-8B51-3E7488376CE6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1407600" y="3258000"/>
            <a:ext cx="1895400" cy="263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9B736C93-FD7E-4599-B319-8BA7E7B195E9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4149719" y="1790640"/>
            <a:ext cx="2115360" cy="100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850DD230-5B1F-4D86-A6E9-CAD3FC961942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6489360" y="1790640"/>
            <a:ext cx="2198160" cy="104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">
            <a:extLst>
              <a:ext uri="{FF2B5EF4-FFF2-40B4-BE49-F238E27FC236}">
                <a16:creationId xmlns:a16="http://schemas.microsoft.com/office/drawing/2014/main" id="{94E02694-5E51-4621-B378-B1DF26233F94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4150079" y="3343319"/>
            <a:ext cx="2126880" cy="1460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">
            <a:extLst>
              <a:ext uri="{FF2B5EF4-FFF2-40B4-BE49-F238E27FC236}">
                <a16:creationId xmlns:a16="http://schemas.microsoft.com/office/drawing/2014/main" id="{2784CE6D-A46A-4548-820F-F640F8A321A6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/>
            <a:alphaModFix/>
          </a:blip>
          <a:srcRect/>
          <a:stretch>
            <a:fillRect/>
          </a:stretch>
        </p:blipFill>
        <p:spPr>
          <a:xfrm>
            <a:off x="6702480" y="3343319"/>
            <a:ext cx="1816560" cy="1460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">
            <a:extLst>
              <a:ext uri="{FF2B5EF4-FFF2-40B4-BE49-F238E27FC236}">
                <a16:creationId xmlns:a16="http://schemas.microsoft.com/office/drawing/2014/main" id="{00979901-E591-45ED-AE37-D245C93962C9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/>
            <a:alphaModFix/>
          </a:blip>
          <a:srcRect/>
          <a:stretch>
            <a:fillRect/>
          </a:stretch>
        </p:blipFill>
        <p:spPr>
          <a:xfrm>
            <a:off x="4619880" y="1389960"/>
            <a:ext cx="1018799" cy="416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">
            <a:extLst>
              <a:ext uri="{FF2B5EF4-FFF2-40B4-BE49-F238E27FC236}">
                <a16:creationId xmlns:a16="http://schemas.microsoft.com/office/drawing/2014/main" id="{36D476CA-5FA4-41EA-8ED4-D3DADDFD3A45}"/>
              </a:ext>
            </a:extLst>
          </p:cNvPr>
          <p:cNvPicPr>
            <a:picLocks noChangeAspect="1"/>
          </p:cNvPicPr>
          <p:nvPr/>
        </p:nvPicPr>
        <p:blipFill>
          <a:blip r:embed="rId12">
            <a:lum/>
            <a:alphaModFix/>
          </a:blip>
          <a:srcRect/>
          <a:stretch>
            <a:fillRect/>
          </a:stretch>
        </p:blipFill>
        <p:spPr>
          <a:xfrm>
            <a:off x="7127640" y="1371599"/>
            <a:ext cx="1045440" cy="450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">
            <a:extLst>
              <a:ext uri="{FF2B5EF4-FFF2-40B4-BE49-F238E27FC236}">
                <a16:creationId xmlns:a16="http://schemas.microsoft.com/office/drawing/2014/main" id="{443C066F-7F5E-4756-8CA8-5A12A5B9B3B1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4787640" y="3019320"/>
            <a:ext cx="992520" cy="34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">
            <a:extLst>
              <a:ext uri="{FF2B5EF4-FFF2-40B4-BE49-F238E27FC236}">
                <a16:creationId xmlns:a16="http://schemas.microsoft.com/office/drawing/2014/main" id="{069B24FE-F27B-437E-A672-5DAE28049017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/>
            <a:alphaModFix/>
          </a:blip>
          <a:srcRect/>
          <a:stretch>
            <a:fillRect/>
          </a:stretch>
        </p:blipFill>
        <p:spPr>
          <a:xfrm>
            <a:off x="7127640" y="3024360"/>
            <a:ext cx="1010159" cy="350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">
            <a:extLst>
              <a:ext uri="{FF2B5EF4-FFF2-40B4-BE49-F238E27FC236}">
                <a16:creationId xmlns:a16="http://schemas.microsoft.com/office/drawing/2014/main" id="{4BAF1120-6BB0-4EB8-B532-690DA4D921E7}"/>
              </a:ext>
            </a:extLst>
          </p:cNvPr>
          <p:cNvPicPr>
            <a:picLocks noChangeAspect="1"/>
          </p:cNvPicPr>
          <p:nvPr/>
        </p:nvPicPr>
        <p:blipFill>
          <a:blip r:embed="rId15">
            <a:lum/>
            <a:alphaModFix/>
          </a:blip>
          <a:srcRect/>
          <a:stretch>
            <a:fillRect/>
          </a:stretch>
        </p:blipFill>
        <p:spPr>
          <a:xfrm>
            <a:off x="1392480" y="3960360"/>
            <a:ext cx="2325600" cy="753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">
            <a:extLst>
              <a:ext uri="{FF2B5EF4-FFF2-40B4-BE49-F238E27FC236}">
                <a16:creationId xmlns:a16="http://schemas.microsoft.com/office/drawing/2014/main" id="{5D07DD2C-C40F-4B69-B165-FF9E7F404228}"/>
              </a:ext>
            </a:extLst>
          </p:cNvPr>
          <p:cNvPicPr>
            <a:picLocks noChangeAspect="1"/>
          </p:cNvPicPr>
          <p:nvPr/>
        </p:nvPicPr>
        <p:blipFill>
          <a:blip r:embed="rId16">
            <a:lum/>
            <a:alphaModFix/>
          </a:blip>
          <a:srcRect/>
          <a:stretch>
            <a:fillRect/>
          </a:stretch>
        </p:blipFill>
        <p:spPr>
          <a:xfrm>
            <a:off x="1392480" y="4810680"/>
            <a:ext cx="2327040" cy="39852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BC3D7E-8266-46EA-B737-4B7B908B9911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15.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E65E04-3862-4F64-A667-F5F83AFF2A16}"/>
              </a:ext>
            </a:extLst>
          </p:cNvPr>
          <p:cNvSpPr txBox="1"/>
          <p:nvPr/>
        </p:nvSpPr>
        <p:spPr>
          <a:xfrm>
            <a:off x="2743199" y="345240"/>
            <a:ext cx="5715000" cy="212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Strukture filtra petlje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D742E945-A7F7-46D4-9953-875144883CD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69223FB2-CE01-479F-A59C-8300D992F96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914400" y="1778400"/>
            <a:ext cx="2799000" cy="327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836DD037-19BB-4896-99F7-4EE813E8A87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4660200" y="1996920"/>
            <a:ext cx="4712400" cy="2647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531FDF40-F90C-41C3-BEE1-7083ED3B1AA6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4818240" y="1371599"/>
            <a:ext cx="1518119" cy="495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5C6FA1D3-6CD7-44C3-8CF7-A3BC72E2BBD9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7990560" y="1371599"/>
            <a:ext cx="1382039" cy="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D2ED16C9-7BF9-4586-8050-49A76B13140A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6671160" y="1371599"/>
            <a:ext cx="1183320" cy="43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">
            <a:extLst>
              <a:ext uri="{FF2B5EF4-FFF2-40B4-BE49-F238E27FC236}">
                <a16:creationId xmlns:a16="http://schemas.microsoft.com/office/drawing/2014/main" id="{D84950E7-278F-4D2A-9DC8-FF2A174A7A6A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5279040" y="4840560"/>
            <a:ext cx="3443040" cy="41724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A22EAB-5778-4368-8D00-DB247B5BC2DE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16.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53EC8D-59AB-4AB6-887E-EAC6E3777CA0}"/>
              </a:ext>
            </a:extLst>
          </p:cNvPr>
          <p:cNvSpPr txBox="1"/>
          <p:nvPr/>
        </p:nvSpPr>
        <p:spPr>
          <a:xfrm>
            <a:off x="2286000" y="345240"/>
            <a:ext cx="6401519" cy="212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Primer projektovanja CRFBD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B6F188B7-5E90-4E6C-909A-4337DA16B16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99045B35-CCF2-4AB0-9A77-3099E51D5A6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020400" y="136800"/>
            <a:ext cx="3636720" cy="218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FFFFAEA9-3C4C-4043-8EB7-542A33E1B81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143000" y="2391120"/>
            <a:ext cx="7515000" cy="309527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72AC32-9293-4EDC-92A2-C8FBEE0F56FF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17.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DB16E7B1-BC44-4962-809F-E9D9AF369CC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EE4B42B4-8358-4606-9246-0FC7E203152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743919" y="1371599"/>
            <a:ext cx="479988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6B79CFDD-E992-440A-8484-E212D42EF7E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4115520" y="4046039"/>
            <a:ext cx="2514600" cy="504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BB6293C3-A000-45B7-8F60-690198C6964C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4115520" y="4703040"/>
            <a:ext cx="2415960" cy="5547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6E6141-7E5D-4AEF-910F-9AF1546B683D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18.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FE1AF0-BA3C-408D-B4A5-760E9042B807}"/>
              </a:ext>
            </a:extLst>
          </p:cNvPr>
          <p:cNvSpPr txBox="1"/>
          <p:nvPr/>
        </p:nvSpPr>
        <p:spPr>
          <a:xfrm>
            <a:off x="2514600" y="345240"/>
            <a:ext cx="5715000" cy="212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MASH 1-1 Error Feedback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DDE208DC-0AAA-4EB5-9B70-378B299141D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7621F679-8A69-4EA0-9E9F-E889C9A82A8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756160" y="1537200"/>
            <a:ext cx="5016240" cy="2577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BBD91DC6-C2AC-4361-BEDC-0B8CB1DCA22D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3019680" y="4324680"/>
            <a:ext cx="4066919" cy="4759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EF66B5-0A8A-4023-89A7-9223DC55F49D}"/>
              </a:ext>
            </a:extLst>
          </p:cNvPr>
          <p:cNvSpPr txBox="1"/>
          <p:nvPr/>
        </p:nvSpPr>
        <p:spPr>
          <a:xfrm>
            <a:off x="9480600" y="5293800"/>
            <a:ext cx="457200" cy="306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19.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58DB3-9E73-4D37-85EC-A1612AD33937}"/>
              </a:ext>
            </a:extLst>
          </p:cNvPr>
          <p:cNvSpPr txBox="1"/>
          <p:nvPr/>
        </p:nvSpPr>
        <p:spPr>
          <a:xfrm>
            <a:off x="2514960" y="345600"/>
            <a:ext cx="5715000" cy="212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MASH 1-1 Error Feedback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50CAB87E-3B60-4A6E-940E-1952AD1BA9B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17599162-CAC0-4DC8-95E9-12000C78D9B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057400" y="2940840"/>
            <a:ext cx="6037200" cy="231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F0CCC718-9732-4153-8E27-1E3E9514000A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2600639" y="228600"/>
            <a:ext cx="4485960" cy="94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1D239BC0-2D05-4889-8850-DB5BA3CD25AE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2514600" y="1371959"/>
            <a:ext cx="4695480" cy="1371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CB6C96ED-1AE7-4216-8BD5-C562B59DD566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2743199" y="4505040"/>
            <a:ext cx="1828800" cy="29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9795AB10-2C4C-4020-B0BB-836F2A25A514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5801040" y="4491360"/>
            <a:ext cx="1971360" cy="31824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15D38B-4B93-488C-9FF2-A086447A84D3}"/>
              </a:ext>
            </a:extLst>
          </p:cNvPr>
          <p:cNvSpPr txBox="1"/>
          <p:nvPr/>
        </p:nvSpPr>
        <p:spPr>
          <a:xfrm>
            <a:off x="9480600" y="5293800"/>
            <a:ext cx="577800" cy="52307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20.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43297ACC-9ED5-438C-A601-8A54E566D56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6D8A4B6B-BF7B-40D2-AEBC-005083C2FEC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229119" y="724319"/>
            <a:ext cx="5543280" cy="2287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79D7FAB2-6A9B-4214-9E9C-1321725482AC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2250000" y="3164399"/>
            <a:ext cx="5485679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B9734AB4-B5BB-4979-8EF9-87EBCF1E56F4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4800600" y="2286000"/>
            <a:ext cx="2185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C97E8398-56D6-4C18-82B6-763F9C57D23A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4854240" y="4656600"/>
            <a:ext cx="219636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1D02FF5D-89FD-444D-B74B-B88501C4AAC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E6D2AF40-EF56-4A79-9A82-497F153573A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75159" y="2295000"/>
            <a:ext cx="982440" cy="43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F8681F35-3BCF-4892-B27A-959430DCB92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982880" y="2303640"/>
            <a:ext cx="2337120" cy="403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EEE9D282-0303-4CBF-9925-8066C54FFA97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4595400" y="1506960"/>
            <a:ext cx="1132920" cy="38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35DA3741-1F9C-4E5D-B678-A7590F6B661F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6071040" y="1496519"/>
            <a:ext cx="2823840" cy="42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23EE6C7D-2FF6-4728-AC48-62896C600DD9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4595400" y="1876320"/>
            <a:ext cx="1907640" cy="38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">
            <a:extLst>
              <a:ext uri="{FF2B5EF4-FFF2-40B4-BE49-F238E27FC236}">
                <a16:creationId xmlns:a16="http://schemas.microsoft.com/office/drawing/2014/main" id="{2B461A6F-40E5-413B-A743-E70D5F357498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6702840" y="1876320"/>
            <a:ext cx="1787760" cy="43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">
            <a:extLst>
              <a:ext uri="{FF2B5EF4-FFF2-40B4-BE49-F238E27FC236}">
                <a16:creationId xmlns:a16="http://schemas.microsoft.com/office/drawing/2014/main" id="{52803960-4C82-47C1-8BC0-6C3E180420B6}"/>
              </a:ext>
            </a:extLst>
          </p:cNvPr>
          <p:cNvPicPr>
            <a:picLocks noChangeAspect="1"/>
          </p:cNvPicPr>
          <p:nvPr/>
        </p:nvPicPr>
        <p:blipFill>
          <a:blip r:embed="rId10">
            <a:lum/>
            <a:alphaModFix/>
          </a:blip>
          <a:srcRect/>
          <a:stretch>
            <a:fillRect/>
          </a:stretch>
        </p:blipFill>
        <p:spPr>
          <a:xfrm>
            <a:off x="7328160" y="4517279"/>
            <a:ext cx="1283400" cy="24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">
            <a:extLst>
              <a:ext uri="{FF2B5EF4-FFF2-40B4-BE49-F238E27FC236}">
                <a16:creationId xmlns:a16="http://schemas.microsoft.com/office/drawing/2014/main" id="{44E2226A-3F75-45B1-A468-AF1C15CB3BE5}"/>
              </a:ext>
            </a:extLst>
          </p:cNvPr>
          <p:cNvPicPr>
            <a:picLocks noChangeAspect="1"/>
          </p:cNvPicPr>
          <p:nvPr/>
        </p:nvPicPr>
        <p:blipFill>
          <a:blip r:embed="rId11">
            <a:lum/>
            <a:alphaModFix/>
          </a:blip>
          <a:srcRect/>
          <a:stretch>
            <a:fillRect/>
          </a:stretch>
        </p:blipFill>
        <p:spPr>
          <a:xfrm>
            <a:off x="7328160" y="4225319"/>
            <a:ext cx="1354320" cy="291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">
            <a:extLst>
              <a:ext uri="{FF2B5EF4-FFF2-40B4-BE49-F238E27FC236}">
                <a16:creationId xmlns:a16="http://schemas.microsoft.com/office/drawing/2014/main" id="{21DDB905-E04A-41ED-89DA-C280EAFA5D63}"/>
              </a:ext>
            </a:extLst>
          </p:cNvPr>
          <p:cNvPicPr>
            <a:picLocks noChangeAspect="1"/>
          </p:cNvPicPr>
          <p:nvPr/>
        </p:nvPicPr>
        <p:blipFill>
          <a:blip r:embed="rId12">
            <a:lum/>
            <a:alphaModFix/>
          </a:blip>
          <a:srcRect/>
          <a:stretch>
            <a:fillRect/>
          </a:stretch>
        </p:blipFill>
        <p:spPr>
          <a:xfrm>
            <a:off x="7345440" y="4765679"/>
            <a:ext cx="1080000" cy="24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">
            <a:extLst>
              <a:ext uri="{FF2B5EF4-FFF2-40B4-BE49-F238E27FC236}">
                <a16:creationId xmlns:a16="http://schemas.microsoft.com/office/drawing/2014/main" id="{C1CF7A0B-6B64-4B9A-BF9D-6DAFD1C0C8F7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4762079" y="4223520"/>
            <a:ext cx="2337480" cy="761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">
            <a:extLst>
              <a:ext uri="{FF2B5EF4-FFF2-40B4-BE49-F238E27FC236}">
                <a16:creationId xmlns:a16="http://schemas.microsoft.com/office/drawing/2014/main" id="{A8FA14BD-B778-4B57-9DBE-94F9E4015861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/>
            <a:alphaModFix/>
          </a:blip>
          <a:srcRect/>
          <a:stretch>
            <a:fillRect/>
          </a:stretch>
        </p:blipFill>
        <p:spPr>
          <a:xfrm>
            <a:off x="881280" y="3466440"/>
            <a:ext cx="3293279" cy="1493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">
            <a:extLst>
              <a:ext uri="{FF2B5EF4-FFF2-40B4-BE49-F238E27FC236}">
                <a16:creationId xmlns:a16="http://schemas.microsoft.com/office/drawing/2014/main" id="{06314AD3-6543-42DB-A5B2-BD2A5754BEFB}"/>
              </a:ext>
            </a:extLst>
          </p:cNvPr>
          <p:cNvPicPr>
            <a:picLocks noChangeAspect="1"/>
          </p:cNvPicPr>
          <p:nvPr/>
        </p:nvPicPr>
        <p:blipFill>
          <a:blip r:embed="rId15">
            <a:lum/>
            <a:alphaModFix/>
          </a:blip>
          <a:srcRect/>
          <a:stretch>
            <a:fillRect/>
          </a:stretch>
        </p:blipFill>
        <p:spPr>
          <a:xfrm>
            <a:off x="4611600" y="2516040"/>
            <a:ext cx="4532400" cy="1442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CD19BEB-4C69-4773-932D-60996917856D}"/>
              </a:ext>
            </a:extLst>
          </p:cNvPr>
          <p:cNvCxnSpPr/>
          <p:nvPr/>
        </p:nvCxnSpPr>
        <p:spPr>
          <a:xfrm>
            <a:off x="2527920" y="3466440"/>
            <a:ext cx="0" cy="0"/>
          </a:xfrm>
          <a:prstGeom prst="straightConnector1">
            <a:avLst/>
          </a:prstGeom>
          <a:noFill/>
          <a:ln w="0">
            <a:solidFill>
              <a:srgbClr val="3465A4"/>
            </a:solidFill>
            <a:prstDash val="solid"/>
            <a:tailEnd type="arrow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05DCCD-C855-4220-8868-42779F4B391A}"/>
              </a:ext>
            </a:extLst>
          </p:cNvPr>
          <p:cNvCxnSpPr/>
          <p:nvPr/>
        </p:nvCxnSpPr>
        <p:spPr>
          <a:xfrm>
            <a:off x="2687400" y="4290480"/>
            <a:ext cx="553320" cy="4320"/>
          </a:xfrm>
          <a:prstGeom prst="straightConnector1">
            <a:avLst/>
          </a:prstGeom>
          <a:noFill/>
          <a:ln w="76320">
            <a:solidFill>
              <a:srgbClr val="3465A4"/>
            </a:solidFill>
            <a:prstDash val="solid"/>
            <a:tailEnd type="arrow"/>
          </a:ln>
        </p:spPr>
      </p:cxnSp>
      <p:pic>
        <p:nvPicPr>
          <p:cNvPr id="17" name="">
            <a:extLst>
              <a:ext uri="{FF2B5EF4-FFF2-40B4-BE49-F238E27FC236}">
                <a16:creationId xmlns:a16="http://schemas.microsoft.com/office/drawing/2014/main" id="{0BD20F9F-16AE-462A-BA5F-0C950B1A0D12}"/>
              </a:ext>
            </a:extLst>
          </p:cNvPr>
          <p:cNvPicPr>
            <a:picLocks noChangeAspect="1"/>
          </p:cNvPicPr>
          <p:nvPr/>
        </p:nvPicPr>
        <p:blipFill>
          <a:blip r:embed="rId16">
            <a:lum/>
            <a:alphaModFix/>
          </a:blip>
          <a:srcRect/>
          <a:stretch>
            <a:fillRect/>
          </a:stretch>
        </p:blipFill>
        <p:spPr>
          <a:xfrm>
            <a:off x="2226960" y="4671360"/>
            <a:ext cx="460439" cy="199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">
            <a:extLst>
              <a:ext uri="{FF2B5EF4-FFF2-40B4-BE49-F238E27FC236}">
                <a16:creationId xmlns:a16="http://schemas.microsoft.com/office/drawing/2014/main" id="{FC7922F1-E3E1-46C6-80CC-B626BAB1703F}"/>
              </a:ext>
            </a:extLst>
          </p:cNvPr>
          <p:cNvPicPr>
            <a:picLocks noChangeAspect="1"/>
          </p:cNvPicPr>
          <p:nvPr/>
        </p:nvPicPr>
        <p:blipFill>
          <a:blip r:embed="rId17">
            <a:lum/>
            <a:alphaModFix/>
          </a:blip>
          <a:srcRect/>
          <a:stretch>
            <a:fillRect/>
          </a:stretch>
        </p:blipFill>
        <p:spPr>
          <a:xfrm>
            <a:off x="2228760" y="4670280"/>
            <a:ext cx="425160" cy="235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">
            <a:extLst>
              <a:ext uri="{FF2B5EF4-FFF2-40B4-BE49-F238E27FC236}">
                <a16:creationId xmlns:a16="http://schemas.microsoft.com/office/drawing/2014/main" id="{B8A776F9-8DAF-4C0A-9C00-05C0D219B81C}"/>
              </a:ext>
            </a:extLst>
          </p:cNvPr>
          <p:cNvPicPr>
            <a:picLocks noChangeAspect="1"/>
          </p:cNvPicPr>
          <p:nvPr/>
        </p:nvPicPr>
        <p:blipFill>
          <a:blip r:embed="rId18">
            <a:lum/>
            <a:alphaModFix/>
          </a:blip>
          <a:srcRect/>
          <a:stretch>
            <a:fillRect/>
          </a:stretch>
        </p:blipFill>
        <p:spPr>
          <a:xfrm>
            <a:off x="875159" y="1561320"/>
            <a:ext cx="2868480" cy="643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">
            <a:extLst>
              <a:ext uri="{FF2B5EF4-FFF2-40B4-BE49-F238E27FC236}">
                <a16:creationId xmlns:a16="http://schemas.microsoft.com/office/drawing/2014/main" id="{B03AFDEF-B3DD-4718-BEDD-093569C58DD2}"/>
              </a:ext>
            </a:extLst>
          </p:cNvPr>
          <p:cNvPicPr>
            <a:picLocks noChangeAspect="1"/>
          </p:cNvPicPr>
          <p:nvPr/>
        </p:nvPicPr>
        <p:blipFill>
          <a:blip r:embed="rId19">
            <a:lum/>
            <a:alphaModFix/>
          </a:blip>
          <a:srcRect/>
          <a:stretch>
            <a:fillRect/>
          </a:stretch>
        </p:blipFill>
        <p:spPr>
          <a:xfrm>
            <a:off x="875159" y="2848320"/>
            <a:ext cx="3408480" cy="43739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330854B-FA17-44C1-BB76-30BB32AF2A3C}"/>
              </a:ext>
            </a:extLst>
          </p:cNvPr>
          <p:cNvSpPr txBox="1"/>
          <p:nvPr/>
        </p:nvSpPr>
        <p:spPr>
          <a:xfrm>
            <a:off x="9480960" y="5294160"/>
            <a:ext cx="577800" cy="52307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700" b="0" i="0" u="none" strike="noStrike" kern="1200" cap="none">
                <a:ln>
                  <a:noFill/>
                </a:ln>
                <a:latin typeface="Berenis ADF Pro" pitchFamily="18"/>
                <a:ea typeface="Noto Sans CJK SC" pitchFamily="2"/>
                <a:cs typeface="Noto Sans Devanagari" pitchFamily="2"/>
              </a:rPr>
              <a:t>21.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700" b="0" i="0" u="none" strike="noStrike" kern="1200" cap="none">
              <a:ln>
                <a:noFill/>
              </a:ln>
              <a:latin typeface="Berenis ADF Pro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621F95-52F8-4014-B67F-B6C0FE67A977}"/>
              </a:ext>
            </a:extLst>
          </p:cNvPr>
          <p:cNvSpPr txBox="1"/>
          <p:nvPr/>
        </p:nvSpPr>
        <p:spPr>
          <a:xfrm>
            <a:off x="2971800" y="345600"/>
            <a:ext cx="5715000" cy="212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000">
                <a:latin typeface="Subtitle" pitchFamily="2"/>
              </a:defRPr>
            </a:pPr>
            <a:r>
              <a:rPr lang="en-US" sz="4000" b="0" i="1" u="none" strike="noStrike" kern="1200" cap="none">
                <a:ln>
                  <a:noFill/>
                </a:ln>
                <a:latin typeface="Subtitle" pitchFamily="18"/>
                <a:ea typeface="Noto Sans CJK SC" pitchFamily="2"/>
                <a:cs typeface="Noto Sans Devanagari" pitchFamily="2"/>
              </a:rPr>
              <a:t>Praktican primer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E0CE61-5D73-4A4E-93C7-F079B0DEC2C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200400" y="2514600"/>
            <a:ext cx="3429000" cy="914400"/>
          </a:xfrm>
        </p:spPr>
        <p:txBody>
          <a:bodyPr vert="horz" anchor="ctr">
            <a:spAutoFit/>
          </a:bodyPr>
          <a:lstStyle/>
          <a:p>
            <a:pPr lvl="0" algn="ctr" rtl="0"/>
            <a:r>
              <a:rPr lang="en-US">
                <a:latin typeface="Berenis ADF Pro" pitchFamily="18"/>
              </a:rPr>
              <a:t>Hvala na pažnji!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39130D87-35E9-48AA-A294-98E71744987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8600" y="139680"/>
            <a:ext cx="696240" cy="84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131</Words>
  <Application>Microsoft Office PowerPoint</Application>
  <PresentationFormat>Widescreen</PresentationFormat>
  <Paragraphs>68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Berenis ADF Pro</vt:lpstr>
      <vt:lpstr>Calibri</vt:lpstr>
      <vt:lpstr>Liberation Sans</vt:lpstr>
      <vt:lpstr>Liberation Serif</vt:lpstr>
      <vt:lpstr>Subtitle</vt:lpstr>
      <vt:lpstr>Default</vt:lpstr>
      <vt:lpstr>Univerzitet u Beogradu Elektrotehnički fakultet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Univerzitet u Beogradu Elektrotehnički fakultet</dc:title>
  <cp:lastModifiedBy>cloudconvert_9</cp:lastModifiedBy>
  <cp:revision>2</cp:revision>
  <dcterms:created xsi:type="dcterms:W3CDTF">2026-09-28T15:30:53Z</dcterms:created>
  <dcterms:modified xsi:type="dcterms:W3CDTF">2026-09-28T20:21:26Z</dcterms:modified>
</cp:coreProperties>
</file>